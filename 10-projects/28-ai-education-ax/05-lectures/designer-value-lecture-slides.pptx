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4B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91440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Value Lecture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시대,
</a:t>
            </a:r>
            <a:pPr algn="ctr"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디자이너가 디자인해야 할 것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1097280" y="38404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10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기능의 시대에서 가치의 시대로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디자이너는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사람*입니까?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더 빠르게 할 수 있다면,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디자이너에게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남는가?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C5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세상이 바뀌면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직업의 정의도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바뀌어야 합니다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A4B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나는 디자이너를
</a:t>
            </a:r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그만둔 적이 없다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산업디자인 전공,</a:t>
            </a:r>
            <a:endParaRPr lang="en-US" sz="4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LG전자에서 시작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제품을 디자인하는 사람으로 커리어를 시작했습니다.</a:t>
            </a:r>
            <a:endParaRPr lang="en-US" sz="2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시간이 지나면서, 디자인하는 대상이 계속 바뀌었습니다.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대상의 확장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디자인하는 </a:t>
            </a:r>
            <a:endParaRPr lang="en-US" sz="4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대상*이 바뀌었습니다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39572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2670048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물성과 형태를 다루는 일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인식과 메시지를 다루는 일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경험의 무대를 만드는 일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사람의 행동을 설계하는 일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지속 가능한 구조를 만드는 일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가치가 작동하는 시스템을 만드는 일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확장의 궤적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6576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9202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00200" y="19202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9202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063240" y="19202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9202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19202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202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89320" y="19202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9202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52360" y="19202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8096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6C5CE7"/>
          </a:solidFill>
          <a:ln w="6350">
            <a:solidFill>
              <a:srgbClr val="6C5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19202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형태가 바뀌었을 뿐, 본질은 같습니다.</a:t>
            </a:r>
            <a:endParaRPr lang="en-US" sz="20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0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문제를 정의하고, 해결 구조를 설계하는 일.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C5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디자인하는 대상이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제품에서 비즈니스로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확장된 것</a:t>
            </a:r>
            <a:endParaRPr lang="en-US" sz="4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여러분이 지금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디자인하는 것은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어디까지*입니까?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A4B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디자인의 기준 자체가
</a:t>
            </a:r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바뀌고 있다</a:t>
            </a: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기능이 희소했던 시대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도구를 다루는 것 자체가</a:t>
            </a:r>
            <a:endParaRPr lang="en-US" sz="4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경쟁력이던 시절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렌더링, 모델링, 레이아웃, 타이포그래피.</a:t>
            </a:r>
            <a:endParaRPr lang="en-US" sz="2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기능을 숙련하는 데 수천 시간이 필요했습니다.</a:t>
            </a:r>
            <a:endParaRPr lang="en-US" sz="2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자체가 희소했기 때문에, 기능이 곧 가치였습니다.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AI로 누구나 할 수 있는 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AI가 </a:t>
            </a:r>
            <a:endParaRPr lang="en-US" sz="4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몇 분 만에* 해내는 것들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39572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현재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2670048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로고 시안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텍스트 프롬프트 하나로 수십 개 생성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3D 렌더링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참조 이미지 한 장이면 포토리얼 렌더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UI/UX 와이어프레임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기능 명세만으로 자동 생성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가이드라인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컬러, 타이포, 레이아웃 규칙 자동 도출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 배치 시믬레이션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평면도 입력하면 동선 최적화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모든 것을 디자인 전공자가 아닌 사람도 할 수 있습니다.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누구나 만들 수 있는 시대에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디자이너의 전문성은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 있습니까?</a:t>
            </a:r>
            <a:endParaRPr lang="en-US" sz="4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C5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기능만으로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가치를 인정받던 시대가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끝나고 있습니다</a:t>
            </a:r>
            <a:endParaRPr lang="en-US" sz="4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기술과 기능은</a:t>
            </a:r>
            <a:endParaRPr lang="en-US" sz="4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목적이 아니라 도구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포토샵을 잘 다루는 것이 디자이너의 본질이 아니듯,</a:t>
            </a:r>
            <a:endParaRPr lang="en-US" sz="2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잘 다루는 것도 본질이 아닙니다.</a:t>
            </a:r>
            <a:endParaRPr lang="en-US" sz="2000" dirty="0"/>
          </a:p>
          <a:p>
            <a:pPr indent="0" marL="0">
              <a:lnSpc>
                <a:spcPct val="170000"/>
              </a:lnSpc>
              <a:buNone/>
            </a:pPr>
            <a:endParaRPr lang="en-US" sz="20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20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문제는 — 그 도구로 무엇을 하려는가.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디자이너는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무엇으로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가치를 만들어야 하는가?</a:t>
            </a:r>
            <a:endParaRPr lang="en-US" sz="4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A4B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기능의 시대에서
</a:t>
            </a:r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가치의 시대로</a:t>
            </a:r>
            <a:endParaRPr lang="en-US" sz="4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기능의 시대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주어진 문제에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좋은 답을 만드는 사람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8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클라이언트가 문제를 정의하고, 디자이너가 답을 만들었습니다.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889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답의 품질 = 디자이너의 실력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6C5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가치의 시대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전에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질문하는 사람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문제가 맞는가? 이 방향이 맞는가?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질문의 깊이가 결과의 차원을 결정합니다.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VS 가치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0584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8889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기능의 시대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A29BF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가치의 시대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>
                        <a:alpha val="15000"/>
                      </a:srgbClr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7777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주어진 문제를 푸는 사람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풀어야 할 문제를 정의하는 사람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>
                        <a:alpha val="6000"/>
                      </a:srgbClr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7777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"어떻게 만들까?"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"왔 이것을 만들어야 하는가?"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>
                        <a:alpha val="6000"/>
                      </a:srgbClr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7777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 숙련이 경쟁력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도구는 수단, 관점이 경쟁력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>
                        <a:alpha val="6000"/>
                      </a:srgbClr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7777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결과물의 완성도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결과물이 만드는 변화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>
                        <a:alpha val="6000"/>
                      </a:srgbClr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7777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기술로 차별화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해석으로 차별화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>
                        <a:alpha val="6000"/>
                      </a:srgbClr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7777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아름다운 산출물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작동하는 가치 구조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22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>
                        <a:alpha val="6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질문에 답해야 하는지를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결정하는 사람</a:t>
            </a:r>
            <a:endParaRPr lang="en-US" sz="4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AI의 경계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할 수 있는 것 vs 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할 수 없는 것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E17055">
              <a:alpha val="8000"/>
            </a:srgbClr>
          </a:solidFill>
          <a:ln w="6350">
            <a:solidFill>
              <a:srgbClr val="E17055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170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할 수 있는 것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5603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시안을 빠르게 생성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데이터를 분석하고 패턴 발견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스타일을 학습하고 재현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 작업을 자동화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E170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실행의 속도와 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210312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6C5CE7">
              <a:alpha val="10000"/>
            </a:srgbClr>
          </a:solidFill>
          <a:ln w="6350">
            <a:solidFill>
              <a:srgbClr val="6C5CE7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할 수 없는 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2560320"/>
            <a:ext cx="3383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문제가 진짜 문제인지 판단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맥락 속에서 방향을 설정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사용자의 감정과 욕망을 해석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판단과 윤리적 결정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판단의 깊이와 방향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6C5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문제가 중요한지는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판단합니다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그 판단을 구조화하는 사람이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시대의 디자이너입니다.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5A4B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비즈니스도
</a:t>
            </a:r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디자인의 대상이다</a:t>
            </a:r>
            <a:endParaRPr lang="en-US" sz="4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아름다운 공간을 만들었습니다.</a:t>
            </a:r>
            <a:endParaRPr lang="en-US" sz="3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
</a:t>
            </a:r>
            <a:endParaRPr lang="en-US" sz="3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4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지속되지 않습니다.</a:t>
            </a:r>
            <a:endParaRPr lang="en-US" sz="3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디자인이 지속되려면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</a:t>
            </a:r>
            <a:endParaRPr lang="en-US" sz="4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이후*의 질문들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39572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지속 가능성의 조건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2670048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공간에 누가 오는가?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타겟과 동선의 설계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왔 다시 오는가?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재방문 동기의 구조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경험이 어떻게 수익이 되는가?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비즈니스 모델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운영할 수 있는 구조인가?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실행 가능성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시간이 지나도 작동하는가?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지속 가능성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프로젝트렌트의 방식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메시지에서 시작하면</a:t>
            </a:r>
            <a:endParaRPr lang="en-US" sz="4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의사결정이 일관됩니다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239572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MESSAGE → DECISION CHAIN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2670048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메시지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이 공간은 무엇을 말하려 하는가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경험 설계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그 메시지를 어떤 경험으로 전달하는가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 구조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경험이 작동하는 물리적 조건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모델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이 구조를 누가, 어떻게 운영하는가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1A1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이 전체가 어떻게 지속되는가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6C5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디자인이 현실에서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작동하고 지속되게 만드는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4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시대의 디자이너에게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힘은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무엇인가?</a:t>
            </a:r>
            <a:endParaRPr lang="en-US" sz="4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5A4B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CHAPTER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시대 디자이너에게
</a:t>
            </a:r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필요한 5가지 힘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5가지 핵심 역량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74320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관찰하는 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57400" y="137160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2057400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질문하는 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37160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3840480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판단하는 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23560" y="137160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5623560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연결하는 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1371600"/>
            <a:ext cx="1600200" cy="219456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900" dirty="0"/>
          </a:p>
        </p:txBody>
      </p:sp>
      <p:sp>
        <p:nvSpPr>
          <p:cNvPr id="17" name="Text 15"/>
          <p:cNvSpPr/>
          <p:nvPr/>
        </p:nvSpPr>
        <p:spPr>
          <a:xfrm>
            <a:off x="7406640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실행하고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AAB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검증하는 힘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+ 02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6C5CE7">
              <a:alpha val="10000"/>
            </a:srgbClr>
          </a:solidFill>
          <a:ln w="6350">
            <a:solidFill>
              <a:srgbClr val="6C5CE7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관찰하는 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383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아닌 맥락을 읽는 능력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사용자의 행동 뒤에 숨은 동기를 포착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현장에서 패턴을 발견하는 감각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데이터를 처리하지만,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의미를 읽지는 못합니다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6C5CE7">
              <a:alpha val="10000"/>
            </a:srgbClr>
          </a:solidFill>
          <a:ln w="6350">
            <a:solidFill>
              <a:srgbClr val="6C5CE7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질문하는 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645920"/>
            <a:ext cx="3383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주어진 문제를 의심하는 것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 문제가 진짜 문제인가?"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나은 질문이 더 나은 답을 만듬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답을 잘하지만,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만들지는 못합니다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+ 04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6C5CE7">
              <a:alpha val="10000"/>
            </a:srgbClr>
          </a:solidFill>
          <a:ln w="6350">
            <a:solidFill>
              <a:srgbClr val="6C5CE7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판단하는 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383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방향 중 하나를 선택하는 용기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불확실한 상황에서 기준을 세우는 능력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"이것은 하지 않겠다"는 결정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옵션을 나열하지만,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책임지고 선택하지는 못합니다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6C5CE7">
              <a:alpha val="10000"/>
            </a:srgbClr>
          </a:solidFill>
          <a:ln w="6350">
            <a:solidFill>
              <a:srgbClr val="6C5CE7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연결하는 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645920"/>
            <a:ext cx="3383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영역의 지식을 엮는 능력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× 사람 × 비즈니스의 교차점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4A4A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분절된 것들을 하나의 경험으로 통합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정보를 모으지만,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6C5CE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의미를 연결하지는 못합니다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실행하고 검증하는 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31520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395728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순환 구조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8720" y="2670048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관점을 현실에 옮기는 단계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현실의 반응을 다시 읽는 단계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pPr indent="0" marL="0">
              <a:lnSpc>
                <a:spcPct val="170000"/>
              </a:lnSpc>
              <a:buNone/>
            </a:pPr>
            <a:r>
              <a:rPr lang="en-US" sz="1900" dirty="0">
                <a:solidFill>
                  <a:srgbClr val="BBBB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관찰로 되돌아가 다시 시작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→ 질문 → 판단 → 연결 → 실행 → 검증 → 다시 관찰</a:t>
            </a:r>
            <a:endParaRPr lang="en-US" sz="19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9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순환을 빠르게 돌리는 사람이 성장합니다.</a:t>
            </a:r>
            <a:endParaRPr lang="en-US" sz="1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6C5C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AI는 이 능력을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대신하기보다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증폭합니다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097280" y="3657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관찰을 더 넓게. 질문을 더 깊게. 실행을 더 빠르게.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기반이 되는 힘이 있어야 증폭도 가능합니다.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가치를 만드는 사람이</a:t>
            </a:r>
            <a:endParaRPr lang="en-US" sz="4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42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될 것인가</a:t>
            </a:r>
            <a:endParaRPr lang="en-US" sz="4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5A4B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이미지가 아니라
</a:t>
            </a:r>
            <a:pPr algn="ctr"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A29B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</a:t>
            </a:r>
            <a:pPr algn="ctr" indent="0" marL="0">
              <a:lnSpc>
                <a:spcPct val="11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입니다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1097280" y="39319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A29BFE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by Project Rent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시대, 디자이너가 디자인해야 할 것</dc:title>
  <dc:subject>PptxGenJS Presentation</dc:subject>
  <dc:creator>Project Rent</dc:creator>
  <cp:lastModifiedBy>Project Rent</cp:lastModifiedBy>
  <cp:revision>1</cp:revision>
  <dcterms:created xsi:type="dcterms:W3CDTF">2026-07-25T12:15:46Z</dcterms:created>
  <dcterms:modified xsi:type="dcterms:W3CDTF">2026-07-25T12:15:46Z</dcterms:modified>
</cp:coreProperties>
</file>